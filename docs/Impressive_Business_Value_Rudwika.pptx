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Weather-Based Store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Value</a:t>
            </a:r>
          </a:p>
          <a:p>
            <a:r>
              <a:t>Rudwika Manne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Make smarter business decisions using data</a:t>
            </a:r>
          </a:p>
          <a:p>
            <a:pPr>
              <a:defRPr sz="2400"/>
            </a:pPr>
            <a:r>
              <a:t>Predict demand based on weather patterns</a:t>
            </a:r>
          </a:p>
          <a:p>
            <a:pPr>
              <a:defRPr sz="2400"/>
            </a:pPr>
            <a:r>
              <a:t>Reduce costs by optimizing inventory and staffing</a:t>
            </a:r>
          </a:p>
          <a:p>
            <a:pPr>
              <a:defRPr sz="2400"/>
            </a:pPr>
            <a:r>
              <a:t>Get instant insights using AI (no technical skills needed)</a:t>
            </a:r>
          </a:p>
          <a:p>
            <a:pPr>
              <a:defRPr sz="2400"/>
            </a:pPr>
            <a:r>
              <a:t>Scale across multiple stores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Retail chains can adjust operations based on weather</a:t>
            </a:r>
          </a:p>
          <a:p>
            <a:pPr>
              <a:defRPr sz="2400"/>
            </a:pPr>
            <a:r>
              <a:t>Improves customer satisfaction with better availability</a:t>
            </a:r>
          </a:p>
          <a:p>
            <a:pPr>
              <a:defRPr sz="2400"/>
            </a:pPr>
            <a:r>
              <a:t>Helps businesses stay competitive</a:t>
            </a:r>
          </a:p>
          <a:p>
            <a:pPr>
              <a:defRPr sz="2400"/>
            </a:pPr>
            <a:r>
              <a:t>Supports faster and smarter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This system transforms raw data into actionable insights, improving efficiency and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